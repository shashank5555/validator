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vtlab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294064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ECF3"/>
                </a:solidFill>
              </a:defRPr>
            </a:pPr>
            <a:r>
              <a:t>Validator Demo</a:t>
            </a:r>
          </a:p>
          <a:p>
            <a:pPr>
              <a:defRPr sz="2000">
                <a:solidFill>
                  <a:srgbClr val="9AA7BD"/>
                </a:solidFill>
              </a:defRPr>
            </a:pPr>
            <a:r>
              <a:t>Turn payment-file validation into a fast, confident, business-ready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972800" cy="438912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lidator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94560"/>
            <a:ext cx="104241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vtlab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294064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ECF3"/>
                </a:solidFill>
              </a:defRPr>
            </a:pPr>
            <a:r>
              <a:t>Why customers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789920" cy="77724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E8ECF3"/>
                </a:solidFill>
              </a:defRPr>
            </a:pPr>
            <a:r>
              <a:t>• Manual file checks are slow and error-prone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10789920" cy="77724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E8ECF3"/>
                </a:solidFill>
              </a:defRPr>
            </a:pPr>
            <a:r>
              <a:t>• Late validation creates payment delays and rework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789920" cy="77724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E8ECF3"/>
                </a:solidFill>
              </a:defRPr>
            </a:pPr>
            <a:r>
              <a:t>• Compliance misses can become expensive and risky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37759"/>
            <a:ext cx="10789920" cy="77724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E8ECF3"/>
                </a:solidFill>
              </a:defRPr>
            </a:pPr>
            <a:r>
              <a:t>• Teams need clear errors, not technical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vtlab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294064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ECF3"/>
                </a:solidFill>
              </a:defRPr>
            </a:pPr>
            <a:r>
              <a:t>What Validator does in seconds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FF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18488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ECF3"/>
                </a:solidFill>
              </a:defRPr>
            </a:pPr>
            <a:r>
              <a:t>1. Upload or paste</a:t>
            </a:r>
          </a:p>
          <a:p>
            <a:pPr>
              <a:defRPr sz="1600">
                <a:solidFill>
                  <a:srgbClr val="9AA7BD"/>
                </a:solidFill>
              </a:defRPr>
            </a:pPr>
            <a:r>
              <a:t>Bring in XML/CSV instantly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FF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15768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ECF3"/>
                </a:solidFill>
              </a:defRPr>
            </a:pPr>
            <a:r>
              <a:t>2. Validate</a:t>
            </a:r>
          </a:p>
          <a:p>
            <a:pPr>
              <a:defRPr sz="1600">
                <a:solidFill>
                  <a:srgbClr val="9AA7BD"/>
                </a:solidFill>
              </a:defRPr>
            </a:pPr>
            <a:r>
              <a:t>Run structural + rule checks automatically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840480"/>
            <a:ext cx="502920" cy="502920"/>
          </a:xfrm>
          <a:prstGeom prst="ellipse">
            <a:avLst/>
          </a:prstGeom>
          <a:solidFill>
            <a:srgbClr val="FF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813048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ECF3"/>
                </a:solidFill>
              </a:defRPr>
            </a:pPr>
            <a:r>
              <a:t>3. Fix fast</a:t>
            </a:r>
          </a:p>
          <a:p>
            <a:pPr>
              <a:defRPr sz="1600">
                <a:solidFill>
                  <a:srgbClr val="9AA7BD"/>
                </a:solidFill>
              </a:defRPr>
            </a:pPr>
            <a:r>
              <a:t>Jump to exact error lines and re-validate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937759"/>
            <a:ext cx="502920" cy="502920"/>
          </a:xfrm>
          <a:prstGeom prst="ellipse">
            <a:avLst/>
          </a:prstGeom>
          <a:solidFill>
            <a:srgbClr val="FF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910327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ECF3"/>
                </a:solidFill>
              </a:defRPr>
            </a:pPr>
            <a:r>
              <a:t>4. Share evidence</a:t>
            </a:r>
          </a:p>
          <a:p>
            <a:pPr>
              <a:defRPr sz="1600">
                <a:solidFill>
                  <a:srgbClr val="9AA7BD"/>
                </a:solidFill>
              </a:defRPr>
            </a:pPr>
            <a:r>
              <a:t>Export HTML/CSV reports for audit and stakeholders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vtlab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294064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ECF3"/>
                </a:solidFill>
              </a:defRPr>
            </a:pPr>
            <a:r>
              <a:t>Live demo walkthrough (non-technical)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93776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120640" cy="493776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lidator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512064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1828800"/>
            <a:ext cx="45720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8ECF3"/>
                </a:solidFill>
              </a:defRPr>
            </a:pPr>
            <a:r>
              <a:t>✓ Show how quickly a file is loaded</a:t>
            </a:r>
          </a:p>
          <a:p>
            <a:pPr>
              <a:defRPr sz="2000">
                <a:solidFill>
                  <a:srgbClr val="E8ECF3"/>
                </a:solidFill>
              </a:defRPr>
            </a:pPr>
            <a:r>
              <a:t>✓ Click Validate and point to instant results</a:t>
            </a:r>
          </a:p>
          <a:p>
            <a:pPr>
              <a:defRPr sz="2000">
                <a:solidFill>
                  <a:srgbClr val="E8ECF3"/>
                </a:solidFill>
              </a:defRPr>
            </a:pPr>
            <a:r>
              <a:t>✓ Highlight clear line-by-line error guidance</a:t>
            </a:r>
          </a:p>
          <a:p>
            <a:pPr>
              <a:defRPr sz="2000">
                <a:solidFill>
                  <a:srgbClr val="E8ECF3"/>
                </a:solidFill>
              </a:defRPr>
            </a:pPr>
            <a:r>
              <a:t>✓ Show downloadable reports for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vtlab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294064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ECF3"/>
                </a:solidFill>
              </a:defRPr>
            </a:pPr>
            <a:r>
              <a:t>Business outcomes your customer buys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394960" cy="182880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CD964"/>
                </a:solidFill>
              </a:defRPr>
            </a:pPr>
            <a:r>
              <a:t>Faster operations</a:t>
            </a:r>
          </a:p>
          <a:p>
            <a:pPr>
              <a:defRPr sz="1600">
                <a:solidFill>
                  <a:srgbClr val="E8ECF3"/>
                </a:solidFill>
              </a:defRPr>
            </a:pPr>
            <a:r>
              <a:t>Cut validation time from minutes to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5394960" cy="182880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CD964"/>
                </a:solidFill>
              </a:defRPr>
            </a:pPr>
            <a:r>
              <a:t>Lower risk</a:t>
            </a:r>
          </a:p>
          <a:p>
            <a:pPr>
              <a:defRPr sz="1600">
                <a:solidFill>
                  <a:srgbClr val="E8ECF3"/>
                </a:solidFill>
              </a:defRPr>
            </a:pPr>
            <a:r>
              <a:t>Catch schema/rule errors before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5394960" cy="182880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CD964"/>
                </a:solidFill>
              </a:defRPr>
            </a:pPr>
            <a:r>
              <a:t>Higher confidence</a:t>
            </a:r>
          </a:p>
          <a:p>
            <a:pPr>
              <a:defRPr sz="1600">
                <a:solidFill>
                  <a:srgbClr val="E8ECF3"/>
                </a:solidFill>
              </a:defRPr>
            </a:pPr>
            <a:r>
              <a:t>Use reports as proof for audits &amp; 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840480"/>
            <a:ext cx="5394960" cy="182880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CD964"/>
                </a:solidFill>
              </a:defRPr>
            </a:pPr>
            <a:r>
              <a:t>Easier onboarding</a:t>
            </a:r>
          </a:p>
          <a:p>
            <a:pPr>
              <a:defRPr sz="1600">
                <a:solidFill>
                  <a:srgbClr val="E8ECF3"/>
                </a:solidFill>
              </a:defRPr>
            </a:pPr>
            <a:r>
              <a:t>Simple UI for non-technical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vtlab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294064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ECF3"/>
                </a:solidFill>
              </a:defRPr>
            </a:pPr>
            <a:r>
              <a:t>How to pitch this in 30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789920" cy="2926080"/>
          </a:xfrm>
          <a:prstGeom prst="roundRect">
            <a:avLst/>
          </a:prstGeom>
          <a:solidFill>
            <a:srgbClr val="171F2C"/>
          </a:solidFill>
          <a:ln>
            <a:solidFill>
              <a:srgbClr val="FF7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E8ECF3"/>
                </a:solidFill>
              </a:defRPr>
            </a:pPr>
            <a:r>
              <a:t>“Validator helps your team submit cleaner payment files, faster.</a:t>
            </a:r>
            <a:br/>
            <a:r>
              <a:t>It highlights issues in plain language, pinpoints exact lines to fix, and gives shareable reports—so you reduce delays, avoid costly mistakes, and move with confidence.”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AA7BD"/>
                </a:solidFill>
              </a:defRPr>
            </a:pPr>
            <a:r>
              <a:t>Next Step: Run a live file from your workflow and measure time-to-validate improvement in the first week.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vtlab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82880"/>
            <a:ext cx="2940641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E8ECF3"/>
                </a:solidFill>
              </a:defRPr>
            </a:pPr>
            <a:r>
              <a:t>Thank you</a:t>
            </a:r>
          </a:p>
        </p:txBody>
      </p:sp>
      <p:pic>
        <p:nvPicPr>
          <p:cNvPr id="5" name="Picture 4" descr="validator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713232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828800"/>
            <a:ext cx="3474720" cy="3566160"/>
          </a:xfrm>
          <a:prstGeom prst="roundRect">
            <a:avLst/>
          </a:prstGeom>
          <a:solidFill>
            <a:srgbClr val="171F2C"/>
          </a:solidFill>
          <a:ln>
            <a:solidFill>
              <a:srgbClr val="2B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E8ECF3"/>
                </a:solidFill>
              </a:defRPr>
            </a:pPr>
            <a:r>
              <a:t>Ready for</a:t>
            </a:r>
          </a:p>
          <a:p>
            <a:r>
              <a:t>a live pilot?</a:t>
            </a:r>
          </a:p>
          <a:p>
            <a:pPr algn="ctr">
              <a:defRPr sz="1800">
                <a:solidFill>
                  <a:srgbClr val="FF7A2B"/>
                </a:solidFill>
              </a:defRPr>
            </a:pPr>
            <a:r>
              <a:t>Validator by LVT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